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4B19B2A-DA7F-4D72-BA8A-86AC3D76C2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D72734D-6DA4-4395-8D87-DD95252FE26E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Credit Card Fraud Detection using CNN</a:t>
            </a:r>
            <a:br>
              <a:rPr lang="en-GB" sz="2800" dirty="0" smtClean="0"/>
            </a:br>
            <a:r>
              <a:rPr lang="en-GB" sz="2800" dirty="0" smtClean="0"/>
              <a:t>With </a:t>
            </a:r>
            <a:r>
              <a:rPr lang="en-GB" sz="2800" dirty="0" err="1" smtClean="0"/>
              <a:t>FastAPI</a:t>
            </a:r>
            <a:r>
              <a:rPr lang="en-GB" sz="2800" dirty="0" smtClean="0"/>
              <a:t> &amp; </a:t>
            </a:r>
            <a:r>
              <a:rPr lang="en-GB" sz="2800" dirty="0" err="1" smtClean="0"/>
              <a:t>Docker</a:t>
            </a:r>
            <a:r>
              <a:rPr lang="en-GB" sz="2800" dirty="0" smtClean="0"/>
              <a:t> Deployment</a:t>
            </a:r>
            <a:br>
              <a:rPr lang="en-GB" sz="2800" dirty="0" smtClean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Presented by:</a:t>
            </a:r>
            <a:r>
              <a:rPr lang="en-US" dirty="0" smtClean="0"/>
              <a:t> </a:t>
            </a:r>
            <a:r>
              <a:rPr lang="en-US" dirty="0" err="1" smtClean="0"/>
              <a:t>Prashant</a:t>
            </a:r>
            <a:r>
              <a:rPr lang="en-US" dirty="0" smtClean="0"/>
              <a:t> Kumar</a:t>
            </a:r>
            <a:br>
              <a:rPr lang="en-US" dirty="0" smtClean="0"/>
            </a:br>
            <a:r>
              <a:rPr lang="en-US" b="1" dirty="0" smtClean="0"/>
              <a:t>Technology:</a:t>
            </a:r>
            <a:r>
              <a:rPr lang="en-US" dirty="0" smtClean="0"/>
              <a:t> CNN | </a:t>
            </a:r>
            <a:r>
              <a:rPr lang="en-US" dirty="0" err="1" smtClean="0"/>
              <a:t>FastAPI</a:t>
            </a:r>
            <a:r>
              <a:rPr lang="en-US" dirty="0" smtClean="0"/>
              <a:t> | </a:t>
            </a:r>
            <a:r>
              <a:rPr lang="en-US" dirty="0" err="1" smtClean="0"/>
              <a:t>Docker</a:t>
            </a:r>
            <a:r>
              <a:rPr lang="en-US" dirty="0" smtClean="0"/>
              <a:t> | Python</a:t>
            </a:r>
            <a:endParaRPr lang="en-US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Online transactions are increasing rapidly</a:t>
            </a:r>
          </a:p>
          <a:p>
            <a:r>
              <a:rPr lang="en-GB" sz="2400" dirty="0" smtClean="0"/>
              <a:t>Fraud cases are </a:t>
            </a:r>
            <a:r>
              <a:rPr lang="en-GB" sz="2400" b="1" dirty="0" smtClean="0"/>
              <a:t>rare but high-impact</a:t>
            </a:r>
            <a:endParaRPr lang="en-GB" sz="2400" dirty="0" smtClean="0"/>
          </a:p>
          <a:p>
            <a:r>
              <a:rPr lang="en-GB" sz="2400" dirty="0" smtClean="0"/>
              <a:t>Traditional models struggle with:</a:t>
            </a:r>
          </a:p>
          <a:p>
            <a:pPr lvl="1"/>
            <a:r>
              <a:rPr lang="en-GB" dirty="0" smtClean="0"/>
              <a:t>Non-linear patterns</a:t>
            </a:r>
          </a:p>
          <a:p>
            <a:pPr lvl="1"/>
            <a:r>
              <a:rPr lang="en-GB" dirty="0" smtClean="0"/>
              <a:t>Imbalanced datasets</a:t>
            </a:r>
          </a:p>
          <a:p>
            <a:r>
              <a:rPr lang="en-GB" sz="2400" dirty="0" smtClean="0"/>
              <a:t>Need an </a:t>
            </a:r>
            <a:r>
              <a:rPr lang="en-GB" sz="2400" b="1" dirty="0" smtClean="0"/>
              <a:t>accurate &amp; scalable</a:t>
            </a:r>
            <a:r>
              <a:rPr lang="en-GB" sz="2400" dirty="0" smtClean="0"/>
              <a:t> fraud detection system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72816"/>
            <a:ext cx="8229600" cy="3268960"/>
          </a:xfrm>
        </p:spPr>
        <p:txBody>
          <a:bodyPr>
            <a:normAutofit/>
          </a:bodyPr>
          <a:lstStyle/>
          <a:p>
            <a:r>
              <a:rPr lang="en-GB" sz="2400" dirty="0" smtClean="0"/>
              <a:t>Detect fraudulent transactions accurately</a:t>
            </a:r>
          </a:p>
          <a:p>
            <a:r>
              <a:rPr lang="en-GB" sz="2400" dirty="0" smtClean="0"/>
              <a:t>Improve </a:t>
            </a:r>
            <a:r>
              <a:rPr lang="en-GB" sz="2400" b="1" dirty="0" smtClean="0"/>
              <a:t>Recall</a:t>
            </a:r>
            <a:r>
              <a:rPr lang="en-GB" sz="2400" dirty="0" smtClean="0"/>
              <a:t> (catch more fraud cases)</a:t>
            </a:r>
          </a:p>
          <a:p>
            <a:r>
              <a:rPr lang="en-GB" sz="2400" dirty="0" smtClean="0"/>
              <a:t>Use </a:t>
            </a:r>
            <a:r>
              <a:rPr lang="en-GB" sz="2400" b="1" dirty="0" smtClean="0"/>
              <a:t>CNN for feature pattern learning</a:t>
            </a:r>
            <a:endParaRPr lang="en-GB" sz="2400" dirty="0" smtClean="0"/>
          </a:p>
          <a:p>
            <a:r>
              <a:rPr lang="en-GB" sz="2400" dirty="0" smtClean="0"/>
              <a:t>Deploy model using </a:t>
            </a:r>
            <a:r>
              <a:rPr lang="en-GB" sz="2400" b="1" dirty="0" err="1" smtClean="0"/>
              <a:t>FastAPI</a:t>
            </a:r>
            <a:r>
              <a:rPr lang="en-GB" sz="2400" b="1" dirty="0" smtClean="0"/>
              <a:t> + </a:t>
            </a:r>
            <a:r>
              <a:rPr lang="en-GB" sz="2400" b="1" dirty="0" err="1" smtClean="0"/>
              <a:t>Docker</a:t>
            </a:r>
            <a:endParaRPr lang="en-GB" sz="2400" dirty="0" smtClean="0"/>
          </a:p>
          <a:p>
            <a:r>
              <a:rPr lang="en-GB" sz="2400" dirty="0" smtClean="0"/>
              <a:t>Create a real-time prediction API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CNN FOR TABULAR DATA?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384502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CNN captures </a:t>
            </a:r>
            <a:r>
              <a:rPr lang="en-US" sz="2400" b="1" dirty="0" smtClean="0"/>
              <a:t>local feature relationships</a:t>
            </a:r>
            <a:endParaRPr lang="en-US" sz="2400" dirty="0" smtClean="0"/>
          </a:p>
          <a:p>
            <a:r>
              <a:rPr lang="en-US" sz="2400" dirty="0" smtClean="0"/>
              <a:t>Learns hidden patterns between transaction attributes</a:t>
            </a:r>
          </a:p>
          <a:p>
            <a:r>
              <a:rPr lang="en-US" sz="2400" dirty="0" smtClean="0"/>
              <a:t>More powerful than linear models</a:t>
            </a:r>
          </a:p>
          <a:p>
            <a:r>
              <a:rPr lang="en-US" sz="2400" dirty="0" smtClean="0"/>
              <a:t>Improves fraud </a:t>
            </a:r>
            <a:r>
              <a:rPr lang="en-US" sz="2400" b="1" dirty="0" smtClean="0"/>
              <a:t>Recall &amp; ROC-AUC</a:t>
            </a:r>
            <a:endParaRPr lang="en-US" sz="2400" dirty="0" smtClean="0"/>
          </a:p>
          <a:p>
            <a:r>
              <a:rPr lang="en-US" sz="2400" dirty="0" smtClean="0"/>
              <a:t>Converts </a:t>
            </a:r>
            <a:r>
              <a:rPr lang="en-US" sz="2400" dirty="0" smtClean="0"/>
              <a:t>tabular data → 1D sequence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84984"/>
          </a:xfrm>
        </p:spPr>
        <p:txBody>
          <a:bodyPr>
            <a:normAutofit/>
          </a:bodyPr>
          <a:lstStyle/>
          <a:p>
            <a:r>
              <a:rPr lang="en-GB" sz="2400" dirty="0" smtClean="0"/>
              <a:t>D Convolution Layer</a:t>
            </a:r>
          </a:p>
          <a:p>
            <a:r>
              <a:rPr lang="en-GB" sz="2400" dirty="0" err="1" smtClean="0"/>
              <a:t>ReLU</a:t>
            </a:r>
            <a:r>
              <a:rPr lang="en-GB" sz="2400" dirty="0" smtClean="0"/>
              <a:t> Activation</a:t>
            </a:r>
          </a:p>
          <a:p>
            <a:r>
              <a:rPr lang="en-GB" sz="2400" dirty="0" err="1" smtClean="0"/>
              <a:t>MaxPooling</a:t>
            </a:r>
            <a:endParaRPr lang="en-GB" sz="2400" dirty="0" smtClean="0"/>
          </a:p>
          <a:p>
            <a:r>
              <a:rPr lang="en-GB" sz="2400" dirty="0" smtClean="0"/>
              <a:t>Dense Layer</a:t>
            </a:r>
          </a:p>
          <a:p>
            <a:r>
              <a:rPr lang="en-GB" sz="2400" dirty="0" smtClean="0"/>
              <a:t>Sigmoid Output Layer</a:t>
            </a:r>
          </a:p>
          <a:p>
            <a:r>
              <a:rPr lang="en-GB" sz="2400" dirty="0" smtClean="0"/>
              <a:t>Lightweight </a:t>
            </a:r>
            <a:r>
              <a:rPr lang="en-GB" sz="2400" dirty="0" smtClean="0"/>
              <a:t>and efficient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COMPARISON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ROC-AUC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1560" y="4365104"/>
            <a:ext cx="414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CNN performs best on fraud detection</a:t>
            </a:r>
            <a:endParaRPr lang="en-US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 CONTAINERIZATION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Docker</a:t>
            </a:r>
            <a:r>
              <a:rPr lang="en-GB" sz="2400" dirty="0" smtClean="0"/>
              <a:t> ensures environment consistency</a:t>
            </a:r>
          </a:p>
          <a:p>
            <a:r>
              <a:rPr lang="en-GB" sz="2400" dirty="0" smtClean="0"/>
              <a:t>Same model </a:t>
            </a:r>
            <a:r>
              <a:rPr lang="en-GB" sz="2400" dirty="0" err="1" smtClean="0"/>
              <a:t>behavior</a:t>
            </a:r>
            <a:r>
              <a:rPr lang="en-GB" sz="2400" dirty="0" smtClean="0"/>
              <a:t> on all machines</a:t>
            </a:r>
          </a:p>
          <a:p>
            <a:r>
              <a:rPr lang="en-GB" sz="2400" dirty="0" smtClean="0"/>
              <a:t>Key files:</a:t>
            </a:r>
          </a:p>
          <a:p>
            <a:r>
              <a:rPr lang="en-GB" sz="2400" dirty="0" smtClean="0"/>
              <a:t>app.py</a:t>
            </a:r>
          </a:p>
          <a:p>
            <a:r>
              <a:rPr lang="en-GB" sz="2400" dirty="0" smtClean="0"/>
              <a:t>requirements.txt</a:t>
            </a:r>
          </a:p>
          <a:p>
            <a:r>
              <a:rPr lang="en-GB" sz="2400" dirty="0" err="1" smtClean="0"/>
              <a:t>Dockerfile</a:t>
            </a:r>
            <a:endParaRPr lang="en-GB" sz="2400" dirty="0" smtClean="0"/>
          </a:p>
          <a:p>
            <a:endParaRPr lang="en-US" sz="2400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2908920"/>
          </a:xfrm>
        </p:spPr>
        <p:txBody>
          <a:bodyPr/>
          <a:lstStyle/>
          <a:p>
            <a:r>
              <a:rPr lang="en-GB" dirty="0" smtClean="0"/>
              <a:t>CNN improves fraud detection accuracy</a:t>
            </a:r>
          </a:p>
          <a:p>
            <a:r>
              <a:rPr lang="en-GB" dirty="0" smtClean="0"/>
              <a:t>High Recall ensures fewer frauds missed</a:t>
            </a:r>
          </a:p>
          <a:p>
            <a:r>
              <a:rPr lang="en-GB" dirty="0" smtClean="0"/>
              <a:t>Real-time prediction enabled</a:t>
            </a:r>
          </a:p>
          <a:p>
            <a:r>
              <a:rPr lang="en-GB" dirty="0" smtClean="0"/>
              <a:t>Fully deployable production model</a:t>
            </a:r>
          </a:p>
          <a:p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36912"/>
          </a:xfrm>
        </p:spPr>
        <p:txBody>
          <a:bodyPr>
            <a:normAutofit/>
          </a:bodyPr>
          <a:lstStyle/>
          <a:p>
            <a:r>
              <a:rPr lang="en-GB" sz="2400" dirty="0" smtClean="0"/>
              <a:t>CNN is effective for fraud detection</a:t>
            </a:r>
          </a:p>
          <a:p>
            <a:r>
              <a:rPr lang="en-GB" sz="2400" dirty="0" smtClean="0"/>
              <a:t>Mathematical </a:t>
            </a:r>
            <a:r>
              <a:rPr lang="en-GB" sz="2400" dirty="0" err="1" smtClean="0"/>
              <a:t>modeling</a:t>
            </a:r>
            <a:r>
              <a:rPr lang="en-GB" sz="2400" dirty="0" smtClean="0"/>
              <a:t> improves accuracy</a:t>
            </a:r>
          </a:p>
          <a:p>
            <a:r>
              <a:rPr lang="en-GB" sz="2400" dirty="0" smtClean="0"/>
              <a:t>if-else logic ensures safe predictions</a:t>
            </a:r>
          </a:p>
          <a:p>
            <a:r>
              <a:rPr lang="en-GB" sz="2400" dirty="0" err="1" smtClean="0"/>
              <a:t>Docker</a:t>
            </a:r>
            <a:r>
              <a:rPr lang="en-GB" sz="2400" dirty="0" smtClean="0"/>
              <a:t> enables scalable deployment</a:t>
            </a:r>
          </a:p>
          <a:p>
            <a:r>
              <a:rPr lang="en-GB" sz="2400" dirty="0" smtClean="0"/>
              <a:t>Industry-ready ML solution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,000+ Free Thank You Professional &amp; Thank You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18</TotalTime>
  <Words>205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Credit Card Fraud Detection using CNN With FastAPI &amp; Docker Deployment </vt:lpstr>
      <vt:lpstr>PROBLEM STATEMENT</vt:lpstr>
      <vt:lpstr>OBJECTIVES</vt:lpstr>
      <vt:lpstr>WHY CNN FOR TABULAR DATA?</vt:lpstr>
      <vt:lpstr>MODEL ARCHITECTURE</vt:lpstr>
      <vt:lpstr>MODEL COMPARISON</vt:lpstr>
      <vt:lpstr>DOCKER CONTAINERIZATION</vt:lpstr>
      <vt:lpstr>RESULTS</vt:lpstr>
      <vt:lpstr>CONCLUSION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CNN With FastAPI &amp; Docker Deployment </dc:title>
  <dc:creator>DELL</dc:creator>
  <cp:lastModifiedBy>DELL</cp:lastModifiedBy>
  <cp:revision>3</cp:revision>
  <dcterms:created xsi:type="dcterms:W3CDTF">2026-01-21T05:52:10Z</dcterms:created>
  <dcterms:modified xsi:type="dcterms:W3CDTF">2026-01-21T06:10:42Z</dcterms:modified>
</cp:coreProperties>
</file>