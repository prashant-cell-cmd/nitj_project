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2" autoAdjust="0"/>
    <p:restoredTop sz="94660"/>
  </p:normalViewPr>
  <p:slideViewPr>
    <p:cSldViewPr snapToGrid="0">
      <p:cViewPr varScale="1">
        <p:scale>
          <a:sx n="56" d="100"/>
          <a:sy n="56" d="100"/>
        </p:scale>
        <p:origin x="7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121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98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78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99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257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132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43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878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181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431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863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0284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130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729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1705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2946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220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EE0F-1FF5-4BA0-BAC7-C5526A353AA5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F8A05-EB23-4D11-A943-25BD1D236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221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7BD10-A635-346E-5467-C66FC41117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000" dirty="0"/>
              <a:t>Credit Card Fraud Detection Using K-Nearest </a:t>
            </a:r>
            <a:r>
              <a:rPr lang="en-GB" sz="4000" dirty="0" err="1"/>
              <a:t>Neighbors</a:t>
            </a:r>
            <a:r>
              <a:rPr lang="en-GB" sz="4000" dirty="0"/>
              <a:t> (KNN)</a:t>
            </a: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825261-2C00-57CC-F235-E2D015720C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80322" y="4488353"/>
            <a:ext cx="1071242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Presented by: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Prashant Kumar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B.Tech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CSE, Gopal Narayan Singh University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Year: 2026</a:t>
            </a:r>
          </a:p>
        </p:txBody>
      </p:sp>
    </p:spTree>
    <p:extLst>
      <p:ext uri="{BB962C8B-B14F-4D97-AF65-F5344CB8AC3E}">
        <p14:creationId xmlns:p14="http://schemas.microsoft.com/office/powerpoint/2010/main" val="14612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6AC71-1FA0-D7F7-28C9-31C3EA3D8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Credit Card Fraud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9D7C2B-0135-9C44-ABA8-E0D55873D7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329914"/>
            <a:ext cx="10952037" cy="3613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 card fraud refers to unauthorized use of card details for financial gain</a:t>
            </a:r>
          </a:p>
          <a:p>
            <a:pPr marR="0" lvl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growth of digital payments in India (UPI, cards, e-commerce) has increased fraud risks</a:t>
            </a:r>
          </a:p>
          <a:p>
            <a:pPr marR="0" lvl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detection is impractical due to large transaction volumes</a:t>
            </a:r>
          </a:p>
          <a:p>
            <a:pPr marR="0" lvl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provides automated, scalable fraud detection solutions</a:t>
            </a:r>
          </a:p>
        </p:txBody>
      </p:sp>
    </p:spTree>
    <p:extLst>
      <p:ext uri="{BB962C8B-B14F-4D97-AF65-F5344CB8AC3E}">
        <p14:creationId xmlns:p14="http://schemas.microsoft.com/office/powerpoint/2010/main" val="34363290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2C0C-3597-57CE-6270-C2135ACB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6F73BD-F8AD-7088-F55F-5D71109E4B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983667"/>
            <a:ext cx="9762609" cy="4305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Fraudulent transactions are rare and hidden among millions of genuine transactions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imbalance: fraud cases are less than 1% of total transactions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a model that can: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suspicious transactions accurately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false alarms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efficiently on real-time data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5819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BB55A-9DD3-1203-BBEB-88BC8138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K-Nearest </a:t>
            </a:r>
            <a:r>
              <a:rPr lang="en-IN" dirty="0" err="1"/>
              <a:t>Neighbors</a:t>
            </a:r>
            <a:r>
              <a:rPr lang="en-IN" dirty="0"/>
              <a:t> (KNN)?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0FE2DD-A6F8-88C1-8177-4BA01FB21C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862447"/>
            <a:ext cx="7978466" cy="4548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intuitive machine learning algorithm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training phase required (lazy learner)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well for pattern recognition problems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Classifies transactions based on similarity with past data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small to medium-sized datasets</a:t>
            </a:r>
          </a:p>
        </p:txBody>
      </p:sp>
    </p:spTree>
    <p:extLst>
      <p:ext uri="{BB962C8B-B14F-4D97-AF65-F5344CB8AC3E}">
        <p14:creationId xmlns:p14="http://schemas.microsoft.com/office/powerpoint/2010/main" val="2046898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5C6DE-181A-4E99-11EC-E95C873F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Principle of KNN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142A5C-1C9E-B502-BF5A-AC4BDDAC8D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562366"/>
            <a:ext cx="6899646" cy="5148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KNN classifies a new transaction by: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Calculating distance from K nearest transactions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 voting among neighbors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distance metrics: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Euclidean Distance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Manhattan Distance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Choice of K affects accuracy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2306344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7E57-C055-1C88-AAD1-E3DD07871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F5E4B1-A957-F9D2-6563-8ACF4D89DA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151372"/>
            <a:ext cx="832631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contains historical credit card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amount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of transaction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Anonymized numerical features (V1–V28)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Legitimate transaction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Fraudulent transaction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536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6B5A8-0B7A-3AEC-3B25-6EBFEE52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58A07B-D4CB-8268-1C19-CAF53083E9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849014"/>
            <a:ext cx="9613861" cy="4575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and preprocessing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class imbalance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scaling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StandardScaler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Splitting data into training and testing sets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Applying KNN classifier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evaluation using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4197816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041E4-FAA9-AE85-ECED-03A8DA875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Evaluation Metrics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991227-10FA-93C4-1B15-71B5E01B0F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400782"/>
            <a:ext cx="11280652" cy="5471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F1-Score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Special focus on Recall (important for fraud detection to minimize missed frauds)</a:t>
            </a:r>
          </a:p>
        </p:txBody>
      </p:sp>
    </p:spTree>
    <p:extLst>
      <p:ext uri="{BB962C8B-B14F-4D97-AF65-F5344CB8AC3E}">
        <p14:creationId xmlns:p14="http://schemas.microsoft.com/office/powerpoint/2010/main" val="2238232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A18F8-468B-27C0-8435-EB05358D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8BBE0-A371-6A2F-3CE3-F3CE3EED3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10000"/>
              </a:lnSpc>
            </a:pPr>
            <a:r>
              <a:rPr lang="en-GB" dirty="0"/>
              <a:t>KNN successfully detects fraud based on transaction similarity</a:t>
            </a:r>
          </a:p>
          <a:p>
            <a:pPr>
              <a:lnSpc>
                <a:spcPct val="210000"/>
              </a:lnSpc>
            </a:pPr>
            <a:r>
              <a:rPr lang="en-GB" dirty="0"/>
              <a:t>Performance improves with proper feature scaling</a:t>
            </a:r>
          </a:p>
          <a:p>
            <a:pPr>
              <a:lnSpc>
                <a:spcPct val="210000"/>
              </a:lnSpc>
            </a:pPr>
            <a:r>
              <a:rPr lang="en-GB" dirty="0"/>
              <a:t>Smaller K values may cause overfitting</a:t>
            </a:r>
          </a:p>
          <a:p>
            <a:pPr>
              <a:lnSpc>
                <a:spcPct val="210000"/>
              </a:lnSpc>
            </a:pPr>
            <a:r>
              <a:rPr lang="en-GB" dirty="0"/>
              <a:t>Larger K values may reduce sensitivity to fraud cases</a:t>
            </a:r>
          </a:p>
          <a:p>
            <a:pPr>
              <a:lnSpc>
                <a:spcPct val="210000"/>
              </a:lnSpc>
            </a:pPr>
            <a:r>
              <a:rPr lang="en-GB" dirty="0"/>
              <a:t>KNN performs best when dataset size is manageable</a:t>
            </a:r>
          </a:p>
          <a:p>
            <a:pPr>
              <a:lnSpc>
                <a:spcPct val="21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4036025"/>
      </p:ext>
    </p:extLst>
  </p:cSld>
  <p:clrMapOvr>
    <a:masterClrMapping/>
  </p:clrMapOvr>
  <p:transition spd="slow">
    <p:wheel spokes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4431A-9EC9-0974-7915-24E4C68A4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and 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5602D6-2347-88E2-9BAF-B22048E6A7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5855" y="1722221"/>
            <a:ext cx="6176691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KNN is effective for basic fraud detection systems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implement and understand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computation for large datasets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improvements: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KNN with ensemble models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dimensionality reduction (PCA)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model using Flask/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detection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305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17</TotalTime>
  <Words>373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Unicode MS</vt:lpstr>
      <vt:lpstr>Arial</vt:lpstr>
      <vt:lpstr>Trebuchet MS</vt:lpstr>
      <vt:lpstr>Wingdings</vt:lpstr>
      <vt:lpstr>Berlin</vt:lpstr>
      <vt:lpstr>Credit Card Fraud Detection Using K-Nearest Neighbors (KNN)</vt:lpstr>
      <vt:lpstr>Introduction to Credit Card Fraud</vt:lpstr>
      <vt:lpstr>Problem Statement</vt:lpstr>
      <vt:lpstr>Why K-Nearest Neighbors (KNN)?</vt:lpstr>
      <vt:lpstr>Working Principle of KNN</vt:lpstr>
      <vt:lpstr>Dataset Description</vt:lpstr>
      <vt:lpstr>Methodology</vt:lpstr>
      <vt:lpstr>Performance Evaluation Metrics</vt:lpstr>
      <vt:lpstr>Results and Observations</vt:lpstr>
      <vt:lpstr>Conclusion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Kumar</dc:creator>
  <cp:lastModifiedBy>Prashant Kumar</cp:lastModifiedBy>
  <cp:revision>1</cp:revision>
  <dcterms:created xsi:type="dcterms:W3CDTF">2026-01-28T04:51:01Z</dcterms:created>
  <dcterms:modified xsi:type="dcterms:W3CDTF">2026-01-28T05:08:33Z</dcterms:modified>
</cp:coreProperties>
</file>